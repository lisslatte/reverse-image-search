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6754-F191-B489-D762-0F58AF527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7CDEF1-6389-2DA3-63D9-E5779DBCC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FC39E-1D21-507A-D102-06ADF9A3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491C-3637-447C-97F6-058E4E6A0656}" type="datetimeFigureOut">
              <a:rPr lang="en-ID" smtClean="0"/>
              <a:t>15/07/2024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1A5A0-7D0B-8FF1-EE2B-D333DAB4E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48D83-D0BA-422F-02F8-09775EE26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4E63C-4994-4A1F-A66C-0A4EDD83716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23218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D4D21-6B49-1F25-BEA1-AC3C21107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A56BB-4D37-14CF-437A-B99ADBD4D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30E82-40C8-D3B6-85B1-CC276EBAA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491C-3637-447C-97F6-058E4E6A0656}" type="datetimeFigureOut">
              <a:rPr lang="en-ID" smtClean="0"/>
              <a:t>15/07/2024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20590-84E0-A4FA-A3AA-9AC4197E5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65238-A873-8520-9654-05CD1207C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4E63C-4994-4A1F-A66C-0A4EDD83716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98504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8F722-470A-9AAE-3E36-54265FB45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E99E2-9A66-C0A3-7142-6BF893CE0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2B003-9EB0-0931-537A-948BEB886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491C-3637-447C-97F6-058E4E6A0656}" type="datetimeFigureOut">
              <a:rPr lang="en-ID" smtClean="0"/>
              <a:t>15/07/2024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6375D-4D61-C092-73B5-F07587501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78FFB-067F-954F-7B81-351E9BBE4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4E63C-4994-4A1F-A66C-0A4EDD83716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08728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FBBE3-B343-07AF-D066-68B8FC3A2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79EFC-1379-5713-F381-EF10C1B86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F2667-44BB-AB9C-E528-41281B5268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85436-3E1B-493C-D591-843DFB13A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491C-3637-447C-97F6-058E4E6A0656}" type="datetimeFigureOut">
              <a:rPr lang="en-ID" smtClean="0"/>
              <a:t>15/07/2024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13060-F69E-F5E9-B917-344FA2216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4EE21-714D-11AD-5FA9-70F97BC55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4E63C-4994-4A1F-A66C-0A4EDD83716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7200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4CBD1-F9C7-A988-6F82-D67267376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D3507-4A42-5023-AE14-A06C2D5E8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1B7C40-A91A-9999-DE69-5903800FF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9E1C64-F8F2-AA24-A0D5-D540E2DDC0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C85F5A-1F07-1A70-28A7-02D6354027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E20EB3-CD83-DFAA-4C33-288015B2A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491C-3637-447C-97F6-058E4E6A0656}" type="datetimeFigureOut">
              <a:rPr lang="en-ID" smtClean="0"/>
              <a:t>15/07/2024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DF9199-0305-2F42-8B51-BEE0AC207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D2A1B1-A1CF-B0CC-DACA-4EAB58188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4E63C-4994-4A1F-A66C-0A4EDD83716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92048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DB064-2B2B-EDBB-51F5-F71477E9E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F42368-1EC7-468D-97B0-83308A511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491C-3637-447C-97F6-058E4E6A0656}" type="datetimeFigureOut">
              <a:rPr lang="en-ID" smtClean="0"/>
              <a:t>15/07/2024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A64564-8EB2-73B0-F79E-59992AD39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211B5-2CF5-7137-574B-7AC322A47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4E63C-4994-4A1F-A66C-0A4EDD83716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36981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91BDFE-3B7D-1870-BB18-8D5D68DA4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491C-3637-447C-97F6-058E4E6A0656}" type="datetimeFigureOut">
              <a:rPr lang="en-ID" smtClean="0"/>
              <a:t>15/07/2024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16F99C-E937-C57B-093B-145E6E465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DE018-8F30-C18D-B186-FA048177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4E63C-4994-4A1F-A66C-0A4EDD83716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294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F358D-9CF2-FC89-8EEA-8689AECEB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15EE-9F8E-925F-669C-F31E59A95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DF0785-1637-4168-53CD-1C8B3FEDCA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EA86A-FEA7-81A6-11F3-28E40E6DB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491C-3637-447C-97F6-058E4E6A0656}" type="datetimeFigureOut">
              <a:rPr lang="en-ID" smtClean="0"/>
              <a:t>15/07/2024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E6278-4F91-5931-2BC5-7FE7DE0EA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99963-2059-C114-5142-FD6260608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4E63C-4994-4A1F-A66C-0A4EDD83716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27970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30F82-30C2-5F9C-1AC1-AC9A9CA79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1CB87F-858B-DE8E-E394-B3380D3CCE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120DDE-42E3-830D-68A0-3E9669962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1012E-2BF7-7583-4B09-EA93FD382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491C-3637-447C-97F6-058E4E6A0656}" type="datetimeFigureOut">
              <a:rPr lang="en-ID" smtClean="0"/>
              <a:t>15/07/2024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B9D36-9D1C-12A9-B05C-9F60AE33B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ECBA37-2319-0592-24FC-0E2BE2B8A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4E63C-4994-4A1F-A66C-0A4EDD83716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930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BB23E-7E3C-4993-0AEE-6D508C24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A4284-83EE-AD8A-7937-5EE8E9FA1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F7BD4-09E4-D847-EA92-A389B1185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491C-3637-447C-97F6-058E4E6A0656}" type="datetimeFigureOut">
              <a:rPr lang="en-ID" smtClean="0"/>
              <a:t>15/07/2024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80081-66B8-7779-E6A0-D8A5FBB18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075AF-BEA5-AD64-F984-8F091EC6A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4E63C-4994-4A1F-A66C-0A4EDD83716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51021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DC4353-946F-0A14-D897-589A61C6C7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AEA913-62A2-1FB8-DEB0-D7386B83A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B8AA5-688E-09A0-1152-100DEE9E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491C-3637-447C-97F6-058E4E6A0656}" type="datetimeFigureOut">
              <a:rPr lang="en-ID" smtClean="0"/>
              <a:t>15/07/2024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C473F-4F0B-FAE7-AD43-98874F097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5BEE9-ABFC-1ACD-FF7A-FCD81043B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4E63C-4994-4A1F-A66C-0A4EDD83716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01015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60420B-50C2-F24A-C7A7-20173BEA0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C9BC4-ED18-7F05-FF47-AB75AEFF2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BE6F1-1575-3DCE-9AD5-6A494D990C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D5491C-3637-447C-97F6-058E4E6A0656}" type="datetimeFigureOut">
              <a:rPr lang="en-ID" smtClean="0"/>
              <a:t>15/07/2024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1E2E2-7858-88C4-CF38-E38C00EF8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10493-65FA-7F8D-4BB7-7D784CDD32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64E63C-4994-4A1F-A66C-0A4EDD83716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98323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6F337-4430-AD6C-173C-4336A525F8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EE6502-D498-557A-FEF5-C3CBAB3744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 descr="A cartoon of a dragon&#10;&#10;Description automatically generated">
            <a:extLst>
              <a:ext uri="{FF2B5EF4-FFF2-40B4-BE49-F238E27FC236}">
                <a16:creationId xmlns:a16="http://schemas.microsoft.com/office/drawing/2014/main" id="{5210D516-556B-D484-9766-36AE45BC4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875" y="1279524"/>
            <a:ext cx="3952875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003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DA0E6-887E-BDE4-358F-1D8A2285D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Content Placeholder 4" descr="A cartoon of a spider&#10;&#10;Description automatically generated">
            <a:extLst>
              <a:ext uri="{FF2B5EF4-FFF2-40B4-BE49-F238E27FC236}">
                <a16:creationId xmlns:a16="http://schemas.microsoft.com/office/drawing/2014/main" id="{7CF5E59C-3427-A182-7544-026699EB88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008" y="-614698"/>
            <a:ext cx="5187492" cy="5187492"/>
          </a:xfrm>
        </p:spPr>
      </p:pic>
    </p:spTree>
    <p:extLst>
      <p:ext uri="{BB962C8B-B14F-4D97-AF65-F5344CB8AC3E}">
        <p14:creationId xmlns:p14="http://schemas.microsoft.com/office/powerpoint/2010/main" val="1686270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90B4E-1CDD-C06F-33EF-2159E1736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7" name="Content Placeholder 6" descr="A cartoon of a dragon&#10;&#10;Description automatically generated">
            <a:extLst>
              <a:ext uri="{FF2B5EF4-FFF2-40B4-BE49-F238E27FC236}">
                <a16:creationId xmlns:a16="http://schemas.microsoft.com/office/drawing/2014/main" id="{4553E606-2087-D8A6-4C73-EC81636FF5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875" y="1477169"/>
            <a:ext cx="5714999" cy="5714999"/>
          </a:xfrm>
        </p:spPr>
      </p:pic>
    </p:spTree>
    <p:extLst>
      <p:ext uri="{BB962C8B-B14F-4D97-AF65-F5344CB8AC3E}">
        <p14:creationId xmlns:p14="http://schemas.microsoft.com/office/powerpoint/2010/main" val="4255729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B3120-10E8-D95D-A2D5-27425C33D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Content Placeholder 4" descr="A cartoon of a blue and yellow alien&#10;&#10;Description automatically generated">
            <a:extLst>
              <a:ext uri="{FF2B5EF4-FFF2-40B4-BE49-F238E27FC236}">
                <a16:creationId xmlns:a16="http://schemas.microsoft.com/office/drawing/2014/main" id="{C28B9315-1D6E-D773-292D-FFB5FAFBC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500" y="3429794"/>
            <a:ext cx="1143000" cy="1143000"/>
          </a:xfrm>
        </p:spPr>
      </p:pic>
    </p:spTree>
    <p:extLst>
      <p:ext uri="{BB962C8B-B14F-4D97-AF65-F5344CB8AC3E}">
        <p14:creationId xmlns:p14="http://schemas.microsoft.com/office/powerpoint/2010/main" val="2379704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NEYSA NATANIELLA UGANDA</dc:creator>
  <cp:lastModifiedBy>NEYSA NATANIELLA UGANDA</cp:lastModifiedBy>
  <cp:revision>1</cp:revision>
  <dcterms:created xsi:type="dcterms:W3CDTF">2024-07-15T15:56:45Z</dcterms:created>
  <dcterms:modified xsi:type="dcterms:W3CDTF">2024-07-15T15:57:38Z</dcterms:modified>
</cp:coreProperties>
</file>